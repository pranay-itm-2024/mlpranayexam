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Chronic Kidney Disease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Case Study</a:t>
            </a:r>
          </a:p>
          <a:p>
            <a:r>
              <a:t>Using Clinical Measurements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Classify patients as having CKD or Not CKD using ML.</a:t>
            </a:r>
          </a:p>
          <a:p>
            <a:pPr lvl="1"/>
            <a:r>
              <a:t>Objectives:</a:t>
            </a:r>
          </a:p>
          <a:p>
            <a:pPr lvl="2"/>
            <a:r>
              <a:t>Clean and preprocess clinical data</a:t>
            </a:r>
          </a:p>
          <a:p>
            <a:pPr lvl="2"/>
            <a:r>
              <a:t>Handle significant missing values</a:t>
            </a:r>
          </a:p>
          <a:p>
            <a:pPr lvl="2"/>
            <a:r>
              <a:t>Identify key disease predictors</a:t>
            </a:r>
          </a:p>
          <a:p>
            <a:pPr lvl="2"/>
            <a:r>
              <a:t>Compare 5 ML algorithms</a:t>
            </a:r>
          </a:p>
          <a:p>
            <a:pPr lvl="2"/>
            <a:r>
              <a:t>Deploy the best model via Web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UCI CKD Dataset: 400 Patients, 24 Features</a:t>
            </a:r>
          </a:p>
          <a:p>
            <a:pPr lvl="1"/>
            <a:r>
              <a:t>Challenge: Up to 38% missing data in some features.</a:t>
            </a:r>
          </a:p>
          <a:p>
            <a:pPr lvl="1"/>
            <a:r>
              <a:t>Solution: Robust Imputation Strategy</a:t>
            </a:r>
          </a:p>
          <a:p>
            <a:pPr lvl="2"/>
            <a:r>
              <a:t>Numerical: KNN Imputation (k=5)</a:t>
            </a:r>
          </a:p>
          <a:p>
            <a:pPr lvl="2"/>
            <a:r>
              <a:t>Categorical: Mode Imputation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Clinical Predictors</a:t>
            </a:r>
          </a:p>
        </p:txBody>
      </p:sp>
      <p:pic>
        <p:nvPicPr>
          <p:cNvPr id="3" name="Picture 2" descr="08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30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&amp; Comparison</a:t>
            </a:r>
          </a:p>
        </p:txBody>
      </p:sp>
      <p:pic>
        <p:nvPicPr>
          <p:cNvPr id="3" name="Picture 2" descr="11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572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 (False Positives/Negatives)</a:t>
            </a:r>
          </a:p>
        </p:txBody>
      </p:sp>
      <p:pic>
        <p:nvPicPr>
          <p:cNvPr id="3" name="Picture 2" descr="09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8686800" cy="1479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is the winning model.</a:t>
            </a:r>
          </a:p>
          <a:p>
            <a:pPr lvl="1"/>
            <a:r>
              <a:t>Performance: 98.75% Accuracy, 98% Recall</a:t>
            </a:r>
          </a:p>
          <a:p>
            <a:pPr lvl="1"/>
            <a:r>
              <a:t>Why Recall matters: Minimizes False Negatives (missing a sick patient).</a:t>
            </a:r>
          </a:p>
          <a:p>
            <a:pPr lvl="1"/>
            <a:r>
              <a:t>Deployment: Model successfully integrated into a Streamlit Web Application for real-time clinical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